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7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9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5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5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4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03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6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7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F93D-196A-43AA-A226-8EF36CFF41A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73824-AD3F-4C44-9AA9-B275CEA95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5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CAPITAL INVESTMENTS LIMITED.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Analysis for the Potential Suitable Aircraft for the aviation Industry</a:t>
            </a:r>
            <a:br>
              <a:rPr lang="en-US" dirty="0" smtClean="0"/>
            </a:br>
            <a:r>
              <a:rPr lang="en-US" dirty="0" smtClean="0"/>
              <a:t>(Airplanes &amp; Helicopters)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31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Business Understanding.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company is expanding into the aviation industry to diversify its portfolio. Specifically, </a:t>
            </a:r>
            <a:r>
              <a:rPr lang="en-US" dirty="0" smtClean="0"/>
              <a:t>it’s </a:t>
            </a:r>
            <a:r>
              <a:rPr lang="en-US" dirty="0"/>
              <a:t>looking to acquire and operate aircraft for both commercial and private use. </a:t>
            </a:r>
          </a:p>
          <a:p>
            <a:r>
              <a:rPr lang="en-US" dirty="0" smtClean="0"/>
              <a:t>We </a:t>
            </a:r>
            <a:r>
              <a:rPr lang="en-US" dirty="0"/>
              <a:t>shall identify which types of aircraft that pose the lowest risk, analyze various factors such as </a:t>
            </a:r>
            <a:r>
              <a:rPr lang="en-US" dirty="0" smtClean="0"/>
              <a:t>Destruction </a:t>
            </a:r>
            <a:r>
              <a:rPr lang="en-US" dirty="0"/>
              <a:t>v Substantial </a:t>
            </a:r>
            <a:r>
              <a:rPr lang="en-US" dirty="0" smtClean="0"/>
              <a:t>damage in accidents recorded.</a:t>
            </a:r>
            <a:endParaRPr lang="en-US" dirty="0"/>
          </a:p>
          <a:p>
            <a:r>
              <a:rPr lang="en-US" dirty="0" smtClean="0"/>
              <a:t>These </a:t>
            </a:r>
            <a:r>
              <a:rPr lang="en-US" dirty="0"/>
              <a:t>insights will </a:t>
            </a:r>
            <a:r>
              <a:rPr lang="en-US" dirty="0" smtClean="0"/>
              <a:t>you make informed decisions </a:t>
            </a:r>
            <a:r>
              <a:rPr lang="en-US" dirty="0"/>
              <a:t>on which aircraft to purchase, minimizing risk and ensuring a successful entry into the aviation market.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93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Direction of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analyze crash and incident data for the aviation industry thereby helping us to</a:t>
            </a:r>
            <a:r>
              <a:rPr lang="en-US" dirty="0" smtClean="0"/>
              <a:t>;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Determine </a:t>
            </a:r>
            <a:r>
              <a:rPr lang="en-US" dirty="0"/>
              <a:t>which aircraft to </a:t>
            </a:r>
            <a:r>
              <a:rPr lang="en-US" dirty="0" smtClean="0"/>
              <a:t>avoid.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The </a:t>
            </a:r>
            <a:r>
              <a:rPr lang="en-US" dirty="0"/>
              <a:t>average </a:t>
            </a:r>
            <a:r>
              <a:rPr lang="en-US" dirty="0" smtClean="0"/>
              <a:t>crash statistics </a:t>
            </a:r>
            <a:r>
              <a:rPr lang="en-US" dirty="0"/>
              <a:t>in the </a:t>
            </a:r>
            <a:r>
              <a:rPr lang="en-US" dirty="0" smtClean="0"/>
              <a:t>industry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Which </a:t>
            </a:r>
            <a:r>
              <a:rPr lang="en-US" dirty="0"/>
              <a:t>type of aircraft to invest in if the data aligns with our </a:t>
            </a:r>
            <a:r>
              <a:rPr lang="en-US" dirty="0" smtClean="0"/>
              <a:t>goals.</a:t>
            </a:r>
          </a:p>
          <a:p>
            <a:pPr marL="571500" indent="-571500">
              <a:buFont typeface="+mj-lt"/>
              <a:buAutoNum type="romanLcPeriod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We have decided to go with the most common types of aircraft, that is Airplanes and Helicopters.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9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Accident Data For Airplanes.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9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CAPITAL INVESTMENTS LIMITED.</vt:lpstr>
      <vt:lpstr>1. Business Understanding.</vt:lpstr>
      <vt:lpstr>2. Direction of Analysis</vt:lpstr>
      <vt:lpstr>General Accident Data For Airplanes.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INVESTMENTS LIMITED.</dc:title>
  <dc:creator>Daniel Katete Ogando</dc:creator>
  <cp:lastModifiedBy>Daniel Katete Ogando</cp:lastModifiedBy>
  <cp:revision>2</cp:revision>
  <dcterms:created xsi:type="dcterms:W3CDTF">2024-11-19T16:05:03Z</dcterms:created>
  <dcterms:modified xsi:type="dcterms:W3CDTF">2024-11-19T16:11:45Z</dcterms:modified>
</cp:coreProperties>
</file>